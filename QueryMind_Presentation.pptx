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⚡ QueryMind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EA5E9"/>
                </a:solidFill>
              </a:rPr>
              <a:t>Text-to-SQL Analytics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Codebasics AI Engineering Bootcamp  •  Assignment 3  • 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Vijay Mamilla  |  vijay.mamilla@gmail.com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github.com/vijaymamilla/querymind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Why does QueryMind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394960" cy="438912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691640"/>
            <a:ext cx="5394960" cy="4389120"/>
          </a:xfrm>
          <a:prstGeom prst="rect">
            <a:avLst/>
          </a:prstGeom>
          <a:solidFill>
            <a:srgbClr val="0C2A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❌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✅  QueryMind Solves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8D7DA"/>
                </a:solidFill>
              </a:rPr>
              <a:t>▸  Business analysts need data insights but can't write SQL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8D7DA"/>
                </a:solidFill>
              </a:rPr>
              <a:t>▸  Data teams are bottlenecked by ad-hoc query requests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8D7DA"/>
                </a:solidFill>
              </a:rPr>
              <a:t>▸  Traditional BI tools require pre-built dashboards — no flexibility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8D7DA"/>
                </a:solidFill>
              </a:rPr>
              <a:t>▸  Natural language interfaces exist but lack guardrails and auditability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D1FAE5"/>
                </a:solidFill>
              </a:rPr>
              <a:t>▸  Type a question in plain English → get SQL + results instantly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1FAE5"/>
                </a:solidFill>
              </a:rPr>
              <a:t>▸  Configurable guardrails prevent dangerous queries (DELETE, DROP)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1FAE5"/>
                </a:solidFill>
              </a:rPr>
              <a:t>▸  Every query logged with generated SQL, latency, and status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1FAE5"/>
                </a:solidFill>
              </a:rPr>
              <a:t>▸  Admin panel to tune behavior without touching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— 7-Stage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Natural language → validated SQL → formatted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20240"/>
            <a:ext cx="141732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9659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6504" y="2423160"/>
            <a:ext cx="210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3832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Intent type
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1952" y="1920240"/>
            <a:ext cx="141732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19659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240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Schema
Linker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5" y="2423160"/>
            <a:ext cx="210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3832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Entity →
table mapping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3864" y="1920240"/>
            <a:ext cx="141732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19659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240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Retriever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2423160"/>
            <a:ext cx="210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33832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Qdrant
few-shot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65775" y="1920240"/>
            <a:ext cx="141732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5" y="19659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[4]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5" y="2240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2423160"/>
            <a:ext cx="210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5" y="33832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GPT-4o
SQL synthesis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47688" y="1920240"/>
            <a:ext cx="141732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19659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[5]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2240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Validator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2423160"/>
            <a:ext cx="210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3832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Syntax +
guardrails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920240"/>
            <a:ext cx="141732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9659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[6]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240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Executor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2423160"/>
            <a:ext cx="210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3832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Safe SQL run
+ self-heal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11511" y="1920240"/>
            <a:ext cx="141732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11511" y="19659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[7]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1511" y="2240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Formatter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1511" y="33832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JSON table
+ NL summary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4114800"/>
            <a:ext cx="5120640" cy="594360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4160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EA5E9"/>
                </a:solidFill>
              </a:rPr>
              <a:t>🔄  Self-Healing SQL: on execution error, the error is fed back to GPT-4o for one automatic retry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2148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User Question  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▶  Results + NL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Modern async Python backend + React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286000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739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LLM &amp;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92224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OpenAI GPT-4o (SQL generation) • text-embedding-3-small (1536-dim, cosine)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11430000" cy="9144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04288"/>
            <a:ext cx="2286000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4086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Vector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59152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Qdrant — two collections: few_shot_examples  &amp;  schema_docs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61488"/>
            <a:ext cx="11430000" cy="9144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71215"/>
            <a:ext cx="2286000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907791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Document Parsing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26079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Docling — PDF, DOCX, HTML → chunked markdown → Qdrant index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28415"/>
            <a:ext cx="11430000" cy="9144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38144"/>
            <a:ext cx="2286000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7472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49300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FastAPI (async) • SQLAlchemy async + asyncpg • pydantic-settings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430000" cy="9144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05072"/>
            <a:ext cx="2286000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04164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Relational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59935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PostgreSQL 16 — e-commerce domain, 7 tables, 1 000+ rows 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62272"/>
            <a:ext cx="11430000" cy="9144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2286000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0857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SQL Tooling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626864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sqlglot v30 — syntax validation, AST-based table extraction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29200"/>
            <a:ext cx="11430000" cy="9144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138927"/>
            <a:ext cx="2286000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75503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193791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Next.js 14 • TypeScript • Tailwind CSS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596127"/>
            <a:ext cx="11430000" cy="9144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705856"/>
            <a:ext cx="2286000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74243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Infrastructure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760720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Docker Compose (Postgres + Qdrant) • uv package 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Domain &amp;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E-commerce PostgreSQL database — synthetic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669280" cy="1005840"/>
          </a:xfrm>
          <a:prstGeom prst="rect">
            <a:avLst/>
          </a:prstGeom>
          <a:solidFill>
            <a:srgbClr val="0F2A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🗃 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677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id, first_name, last_name, email, country, joined_at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17520"/>
            <a:ext cx="5669280" cy="1005840"/>
          </a:xfrm>
          <a:prstGeom prst="rect">
            <a:avLst/>
          </a:prstGeom>
          <a:solidFill>
            <a:srgbClr val="0F2A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815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🗃 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564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id, customer_id, status, total_amount, created_at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06240"/>
            <a:ext cx="5669280" cy="1005840"/>
          </a:xfrm>
          <a:prstGeom prst="rect">
            <a:avLst/>
          </a:prstGeom>
          <a:solidFill>
            <a:srgbClr val="0F2A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270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🗃  order_items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451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id, order_id, product_id, quantity, unit_price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394960"/>
            <a:ext cx="5669280" cy="1005840"/>
          </a:xfrm>
          <a:prstGeom prst="rect">
            <a:avLst/>
          </a:prstGeom>
          <a:solidFill>
            <a:srgbClr val="0F2A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458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🗃 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338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id, name, category_id, supplier_id, unit_price, stock_quantity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5669280" cy="1005840"/>
          </a:xfrm>
          <a:prstGeom prst="rect">
            <a:avLst/>
          </a:prstGeom>
          <a:solidFill>
            <a:srgbClr val="0F2A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🗃 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677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id, name,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017520"/>
            <a:ext cx="5669280" cy="1005840"/>
          </a:xfrm>
          <a:prstGeom prst="rect">
            <a:avLst/>
          </a:prstGeom>
          <a:solidFill>
            <a:srgbClr val="0F2A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815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🗃  suppliers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564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id, name, email, country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5669280" cy="1005840"/>
          </a:xfrm>
          <a:prstGeom prst="rect">
            <a:avLst/>
          </a:prstGeom>
          <a:solidFill>
            <a:srgbClr val="0F2A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70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🗃  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6451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id, product_id, customer_id, rating, body, created_at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1 000+ synthetic rows per table  •  Generated with Faker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What makes QueryMind production-ready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669280" cy="14173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⚡  Few-Shot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Top-4 semantically similar Q→SQL examples retrieved from Qdrant at query time. 30 curated examples covering 4 query types.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669280" cy="14173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🛡 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Runtime toggles for SELECT / INSERT / UPDATE / DELETE. Max-rows limit (default 500). Validated before execution — never bypassed.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5669280" cy="14173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🔄  Self-Healing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On execution error, the SQL + error message is injected back into GPT-4o for one automatic retry. Transparent in query logs.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383280"/>
            <a:ext cx="5669280" cy="14173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📋  Full Audit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Every query logged: NL question, generated SQL, status, row count, latency. Filterable by success / error / blocked.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5669280" cy="14173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🗂  Document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Upload PDF/DOCX/HTML schema docs via Docling. Chunks indexed to Qdrant schema_docs collection for context-aware generation.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937760"/>
            <a:ext cx="5669280" cy="14173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⚙️  Runtime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4406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Switch LLM model (gpt-4o ↔ gpt-4o-mini), SQL dialect, temperature — all via Admin UI without restarting the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Admin Panel — 5 Management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Full React UI — no code changes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28800"/>
            <a:ext cx="3749039" cy="21031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🗃  Schema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Browse live DB schema (7 tables)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Add descriptions &amp; synonyms per column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Mark sensitive columns (masked in output)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Refresh from live DB at any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828800"/>
            <a:ext cx="3749039" cy="21031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920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📚  Examples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33172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Add / edit / delete Q→SQL pairs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Filter by query type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Sync all to Qdrant embeddings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30 examples pre-seeded across 4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19" y="1828800"/>
            <a:ext cx="3749039" cy="21031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📜  Query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Full audit trail of every query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Filter: All / Success / Error / Blocked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Expand row to see generated SQL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Pagination — 20 per 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114800"/>
            <a:ext cx="3749039" cy="21031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🛡  Guardrails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Toggle SELECT/INSERT/UPDATE/DELETE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Set max_rows limit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Changes take effect immediately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Blocked queries logged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4114800"/>
            <a:ext cx="3749039" cy="210312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206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⚙️  Model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61772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Switch GPT-4o / GPT-4o-mini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Change SQL dialect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Adjust temperature &amp; max_tokens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• No server restart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25 ground-truth queries • 4 query types • automated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201168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Execution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25 / 25 queries ran
successfully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474720" cy="201168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9E0B"/>
                </a:solidFill>
              </a:rPr>
              <a:t>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88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Exact Match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LLM adds LIMIT 500
guardrail — 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474720" cy="201168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EA5E9"/>
                </a:solidFill>
              </a:rPr>
              <a:t>~3s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788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Avg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End-to-end: classify
→ generate → execute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2697480" cy="384048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Query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160520"/>
            <a:ext cx="1051560" cy="384048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206240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160520"/>
            <a:ext cx="1965960" cy="384048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206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Exec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160520"/>
            <a:ext cx="1965960" cy="384048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206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Exact Match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44568"/>
            <a:ext cx="2697480" cy="384048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90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SELECT_SIMPLE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544568"/>
            <a:ext cx="1051560" cy="384048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459028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4544568"/>
            <a:ext cx="1965960" cy="384048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544568"/>
            <a:ext cx="1965960" cy="384048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16.7%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28616"/>
            <a:ext cx="2697480" cy="384048"/>
          </a:xfrm>
          <a:prstGeom prst="rect">
            <a:avLst/>
          </a:prstGeom>
          <a:solidFill>
            <a:srgbClr val="0A18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9743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SELECT_AGGREGATE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4928616"/>
            <a:ext cx="1051560" cy="384048"/>
          </a:xfrm>
          <a:prstGeom prst="rect">
            <a:avLst/>
          </a:prstGeom>
          <a:solidFill>
            <a:srgbClr val="0A18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497433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4928616"/>
            <a:ext cx="1965960" cy="384048"/>
          </a:xfrm>
          <a:prstGeom prst="rect">
            <a:avLst/>
          </a:prstGeom>
          <a:solidFill>
            <a:srgbClr val="0A18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49743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928616"/>
            <a:ext cx="1965960" cy="384048"/>
          </a:xfrm>
          <a:prstGeom prst="rect">
            <a:avLst/>
          </a:prstGeom>
          <a:solidFill>
            <a:srgbClr val="0A18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9743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312664"/>
            <a:ext cx="2697480" cy="384048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358383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SELECT_JOIN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5312664"/>
            <a:ext cx="1051560" cy="384048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5358383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5312664"/>
            <a:ext cx="1965960" cy="384048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535838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5312664"/>
            <a:ext cx="1965960" cy="384048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535838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14.3%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696712"/>
            <a:ext cx="2697480" cy="384048"/>
          </a:xfrm>
          <a:prstGeom prst="rect">
            <a:avLst/>
          </a:prstGeom>
          <a:solidFill>
            <a:srgbClr val="0A18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7424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SELECT_TEMPORAL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5696712"/>
            <a:ext cx="1051560" cy="384048"/>
          </a:xfrm>
          <a:prstGeom prst="rect">
            <a:avLst/>
          </a:prstGeom>
          <a:solidFill>
            <a:srgbClr val="0A18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5742431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5696712"/>
            <a:ext cx="1965960" cy="384048"/>
          </a:xfrm>
          <a:prstGeom prst="rect">
            <a:avLst/>
          </a:prstGeom>
          <a:solidFill>
            <a:srgbClr val="0A18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26280" y="57424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5696712"/>
            <a:ext cx="1965960" cy="384048"/>
          </a:xfrm>
          <a:prstGeom prst="rect">
            <a:avLst/>
          </a:prstGeom>
          <a:solidFill>
            <a:srgbClr val="0A18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9400" y="57424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Note: Exact match is low because the pipeline appends LIMIT 500 (max_rows guardrail) to all queries. Results are correct — execution accuracy is the primary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 — Sample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Type these in the Query interface at localhost:3000/query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73152" cy="822960"/>
          </a:xfrm>
          <a:prstGeom prst="rect">
            <a:avLst/>
          </a:prstGeom>
          <a:solidFill>
            <a:srgbClr val="067CA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739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CA7"/>
                </a:solidFill>
              </a:rPr>
              <a:t>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96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"List all pending orders"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73152" cy="822960"/>
          </a:xfrm>
          <a:prstGeom prst="rect">
            <a:avLst/>
          </a:prstGeom>
          <a:solidFill>
            <a:srgbClr val="067CA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739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CA7"/>
                </a:solidFill>
              </a:rPr>
              <a:t>SIMPLE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396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"Show products that are out of stock"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73152" cy="822960"/>
          </a:xfrm>
          <a:prstGeom prst="rect">
            <a:avLst/>
          </a:prstGeom>
          <a:solidFill>
            <a:srgbClr val="0678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340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85E"/>
                </a:solidFill>
              </a:rPr>
              <a:t>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998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"How many customers do we have?"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69748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697480"/>
            <a:ext cx="73152" cy="822960"/>
          </a:xfrm>
          <a:prstGeom prst="rect">
            <a:avLst/>
          </a:prstGeom>
          <a:solidFill>
            <a:srgbClr val="0678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340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85E"/>
                </a:solidFill>
              </a:rPr>
              <a:t>AGGREGATE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998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"What is the total revenue from delivered orders?"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73152" cy="822960"/>
          </a:xfrm>
          <a:prstGeom prst="rect">
            <a:avLst/>
          </a:prstGeom>
          <a:solidFill>
            <a:srgbClr val="0678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941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785E"/>
                </a:solidFill>
              </a:rPr>
              <a:t>AGGREGATE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599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"How many orders are there per status?"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65760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657600"/>
            <a:ext cx="73152" cy="822960"/>
          </a:xfrm>
          <a:prstGeom prst="rect">
            <a:avLst/>
          </a:prstGeom>
          <a:solidFill>
            <a:srgbClr val="6D28D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6941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</a:rPr>
              <a:t>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599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"Show all orders with customer names"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1772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617720"/>
            <a:ext cx="73152" cy="822960"/>
          </a:xfrm>
          <a:prstGeom prst="rect">
            <a:avLst/>
          </a:prstGeom>
          <a:solidFill>
            <a:srgbClr val="6D28D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542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</a:rPr>
              <a:t>JOIN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20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"List the top 5 customers by total amount spent"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61772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617720"/>
            <a:ext cx="73152" cy="822960"/>
          </a:xfrm>
          <a:prstGeom prst="rect">
            <a:avLst/>
          </a:prstGeom>
          <a:solidFill>
            <a:srgbClr val="6D28D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6542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</a:rPr>
              <a:t>JOIN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20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"Which products have been ordered more than 10 times?"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7784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577840"/>
            <a:ext cx="73152" cy="822960"/>
          </a:xfrm>
          <a:prstGeom prst="rect">
            <a:avLst/>
          </a:prstGeom>
          <a:solidFill>
            <a:srgbClr val="92400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6144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400E"/>
                </a:solidFill>
              </a:rPr>
              <a:t>TEMPORAL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801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"Show orders placed in the last 30 days"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577840"/>
            <a:ext cx="5577840" cy="82296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5577840"/>
            <a:ext cx="73152" cy="822960"/>
          </a:xfrm>
          <a:prstGeom prst="rect">
            <a:avLst/>
          </a:prstGeom>
          <a:solidFill>
            <a:srgbClr val="92400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6144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400E"/>
                </a:solidFill>
              </a:rPr>
              <a:t>TEMPORAL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9801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"Show monthly order counts for this year"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Guardrails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Runtime access control — no code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005840" cy="100584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8483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828800"/>
            <a:ext cx="10149840" cy="100584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874519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 to Admin → Guardrails (localhost:3000/admin/guardrails)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0428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Show toggles: allow_select=ON, allow_insert=OFF, allow_update=OFF, allow_delete=OFF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99232"/>
            <a:ext cx="1005840" cy="100584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55264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999232"/>
            <a:ext cx="10149840" cy="100584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04495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 to Query and type:  "Delete all customers"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747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Result: BLOCKED ❌  —  "Operation DELETE is not permitted by guardrails"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9664"/>
            <a:ext cx="1005840" cy="100584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42569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169664"/>
            <a:ext cx="10149840" cy="100584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215384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 back to Guardrails — turn OFF allow_select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4515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Try any SELECT query — it is now blocked too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0096"/>
            <a:ext cx="1005840" cy="100584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5340096"/>
            <a:ext cx="10149840" cy="1005840"/>
          </a:xfrm>
          <a:prstGeom prst="rect">
            <a:avLst/>
          </a:prstGeom>
          <a:solidFill>
            <a:srgbClr val="0D1F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38581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Turn allow_select back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815583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Queries work again immediately — no server restart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Structure &amp; Modularity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Each pipeline stage is an independent, swappable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11430000" cy="4937760"/>
          </a:xfrm>
          <a:prstGeom prst="rect">
            <a:avLst/>
          </a:prstGeom>
          <a:solidFill>
            <a:srgbClr val="0A14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A5F3FC"/>
                </a:solidFill>
                <a:latin typeface="Courier New"/>
              </a:rPr>
              <a:t>querymind/
├── backend/app/
│   ├── pipeline/
│   │   ├── classifier.py      ← Stage 1: intent classification
│   │   ├── schema_linker.py   ← Stage 2: entity → schema mapping
│   │   ├── retriever.py       ← Stage 3: Qdrant few-shot retrieval
│   │   ├── ingester.py        ← Docling doc parser + Qdrant indexer
│   │   ├── generator.py       ← Stage 4: OpenAI SQL generation
│   │   ├── validator.py       ← Stage 5: guardrails + syntax check
│   │   ├── executor.py        ← Stage 6: safe execution + self-heal
│   │   └── formatter.py       ← Stage 7: JSON + NL summary
│   └── admin/routes.py        ← All CRUD admin API endpoints
├── frontend/src/app/admin/    ← React admin UI (5 screens)
├── scripts/
│   ├── seed_db.py             ← Synthetic e-commerce data
│   └── seed_examples.py       ← 30 few-shot examples
└── eval/
    ├── ground_truth.py        ← 25 Q+SQL ground-truth pairs
    └── run_eval.py            ← Automated evaluation harness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EA5E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⚡ QueryMind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087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✅  7-stage modular NL→SQL pipeline with self-healing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✅  Qdrant vector search — 30 few-shot examples across 4 query types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✅  Runtime guardrails — configurable without code changes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✅  Full audit logging — every query tracked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✅  React admin panel — 5 management screens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✅  Evaluation harness — 100% execution accuracy on 25 queries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✅  Docling document ingestion — schema docs → Qdrant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1274552" cy="18288"/>
          </a:xfrm>
          <a:prstGeom prst="rect">
            <a:avLst/>
          </a:prstGeom>
          <a:solidFill>
            <a:srgbClr val="1E3A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</a:rPr>
              <a:t>📁 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70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EA5E9"/>
                </a:solidFill>
              </a:rPr>
              <a:t>github.com/vijaymamilla/querymind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</a:rPr>
              <a:t>🖥  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870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EA5E9"/>
                </a:solidFill>
              </a:rPr>
              <a:t>localhost:8000/docs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</a:rPr>
              <a:t>🌐  Admin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870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EA5E9"/>
                </a:solidFill>
              </a:rPr>
              <a:t>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